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7" autoAdjust="0"/>
    <p:restoredTop sz="94616" autoAdjust="0"/>
  </p:normalViewPr>
  <p:slideViewPr>
    <p:cSldViewPr snapToGrid="0">
      <p:cViewPr varScale="1">
        <p:scale>
          <a:sx n="99" d="100"/>
          <a:sy n="99" d="100"/>
        </p:scale>
        <p:origin x="13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AD3A4-6BE9-4D45-B475-F3E3459B1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0099D80-CE2F-4FA6-BC55-AD6F5E6EB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63F394-1985-4153-8124-72B5C9CC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25DE1A-6992-49C4-8AEF-BCA54FFE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EB65BE-DC36-478B-93E7-6BEB2B31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715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193954-E9D6-4B81-B87F-441B7B42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C1BD22-A2DC-4750-9E94-4B2DD6516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C5C719-F01B-402F-B7E1-263D2235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FD0546-7F2C-473D-AC67-184138C1D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5EABAD-CC06-4805-ACFD-CF79FA32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4670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60E875-C9BE-48E2-B1F8-EEE044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F6F975-9D0D-43A9-A41E-0EF257DF0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8ACDBA-2015-440F-81EA-DA677873D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FD1642-4ED6-43CA-9901-F529AB47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A29273-ECF6-4A18-8415-C939C2D9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86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88516-EE52-4541-A880-AB5FEA4E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ED30FA-47DA-4C34-AEF0-B7E512E9C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F493F41-07CC-41E4-9632-12D292C53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38BEACA-A0AF-4E64-99C2-4CFEE83D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7BD6EF-0375-485E-BEA7-7B928A3D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85D3B3-DD86-451E-858B-A82673EA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958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F70092-56FA-42F4-9920-497DB26F3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CF1CFB-4ED5-42B7-A4D4-F68F25B2C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F245193-E761-400B-9ADE-99D4993A6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3D1E719-0F7E-40BE-8495-4430AC496D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5C78E07-F53E-4866-9191-75E7D49A8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B86BDCF-7356-4E98-AD39-EDF4459B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1FB0F80-B3E9-4D95-8700-7A95E8FB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FC62C4A-BFCC-45FF-BA4B-AC8B6D5DC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12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0B4F4D-2219-47D8-8D56-638991EE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9805E-B810-4F91-8470-2FDE2755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E0CF29-271F-4543-B497-F499A603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DBF6FB-4284-469F-8BC5-F7C954E0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683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32152DF-E37D-49B5-A31A-2B5AF024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5B72148-FEC5-41D8-82DB-F093994F5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81C91D-7474-4F64-9E2D-BFF9AAF9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602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875007-7552-4642-9DD3-4E6724D6E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C2B6FD-DAD0-4379-B820-85ADB2116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F503079-72A0-478D-84CB-77A8A59EF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50BE76-9644-40C1-9937-19006443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7A258E-2C15-4FD5-A12E-3F32A83FE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C62CCC-C542-409B-87EC-D8A5D5CEE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36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F2CC64-1488-4C91-ADAF-0BAE5D69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C83BFA2-CA8F-46ED-BF5C-3DF02D2D6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0DADB9-DCA4-46A7-ADA4-425A92F12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4DB760-C3D2-4CB2-9A59-99A4E924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E3002F-765F-4488-B3CD-9DF98018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085E91-0D0A-43FC-824A-6B62E3F4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4883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1CBCF8-768B-44BF-ADAD-4B058BAFE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CEB8FBE-2365-4364-B30B-0A663FEF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44A028-7916-455C-AA69-00C0C513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0FF708-DD50-4163-85A9-045AFDD1D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E7C999-0CCA-4DD4-AC0A-89B51ED2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173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25CCA19-64F4-48C6-A197-81B67C532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483A075-4BED-46EE-858F-6AFCB4032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1E3C52-E4CC-463E-8227-16C4F5A4E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E862A7-66FC-4AAF-ABF1-0CB32BA7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C84124-E561-4080-BAA3-AC0C9BED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55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6D7D9A4-FA05-4B87-B0E4-C515602A6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7447FE-4B42-4DAC-8949-97FF40240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E9EE67-C277-4FEC-B414-0FC5D113AF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D15DE-A5F4-42C2-809A-28CDB7CE5392}" type="datetimeFigureOut">
              <a:rPr lang="de-DE" smtClean="0"/>
              <a:t>31.03.2025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ACD5C5-AA5E-4467-810C-9899FA90B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F85FB2-923F-4A71-A7CB-125FA8C75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4E0C0-5800-4B01-8270-90F8D8D5FE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267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Verbinder: gewinkelt 10">
            <a:extLst>
              <a:ext uri="{FF2B5EF4-FFF2-40B4-BE49-F238E27FC236}">
                <a16:creationId xmlns:a16="http://schemas.microsoft.com/office/drawing/2014/main" id="{C2919825-F040-4C00-B6CB-C536C889A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" idx="3"/>
            <a:endCxn id="136" idx="4"/>
          </p:cNvCxnSpPr>
          <p:nvPr/>
        </p:nvCxnSpPr>
        <p:spPr>
          <a:xfrm flipV="1">
            <a:off x="2613259" y="1220832"/>
            <a:ext cx="241296" cy="508220"/>
          </a:xfrm>
          <a:prstGeom prst="bentConnector2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66B5166-096F-4226-B03D-F5A0ED7BDE09}"/>
              </a:ext>
            </a:extLst>
          </p:cNvPr>
          <p:cNvSpPr/>
          <p:nvPr/>
        </p:nvSpPr>
        <p:spPr>
          <a:xfrm>
            <a:off x="93259" y="283644"/>
            <a:ext cx="2520000" cy="5400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AMS beauftragte Person:</a:t>
            </a:r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B8F8E4D2-C890-4112-A627-BD76A57DC38B}"/>
              </a:ext>
            </a:extLst>
          </p:cNvPr>
          <p:cNvSpPr/>
          <p:nvPr/>
        </p:nvSpPr>
        <p:spPr>
          <a:xfrm>
            <a:off x="93259" y="873769"/>
            <a:ext cx="2520000" cy="540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Betriebsärztin / Betriebsarzt:</a:t>
            </a:r>
          </a:p>
          <a:p>
            <a:pPr algn="ctr"/>
            <a:endParaRPr lang="de-DE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729DF3F8-8EC2-41A3-A41A-B64067E0640F}"/>
              </a:ext>
            </a:extLst>
          </p:cNvPr>
          <p:cNvSpPr/>
          <p:nvPr/>
        </p:nvSpPr>
        <p:spPr>
          <a:xfrm>
            <a:off x="93259" y="1459052"/>
            <a:ext cx="2520000" cy="540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Fachkraft für Arbeitssicherheit:</a:t>
            </a:r>
          </a:p>
          <a:p>
            <a:pPr algn="ctr"/>
            <a:endParaRPr lang="de-DE" dirty="0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3873F99A-87E0-4055-8D01-E872921E3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88" b="93949" l="6286" r="93429">
                        <a14:foregroundMark x1="8571" y1="8917" x2="14571" y2="56051"/>
                        <a14:foregroundMark x1="14571" y1="56051" x2="50571" y2="86624"/>
                        <a14:foregroundMark x1="50571" y1="86624" x2="86857" y2="59236"/>
                        <a14:foregroundMark x1="86857" y1="59236" x2="90571" y2="12102"/>
                        <a14:foregroundMark x1="90571" y1="12102" x2="6857" y2="10510"/>
                        <a14:foregroundMark x1="29429" y1="10510" x2="55714" y2="11465"/>
                        <a14:foregroundMark x1="38857" y1="18790" x2="38857" y2="49045"/>
                        <a14:foregroundMark x1="29429" y1="13694" x2="59714" y2="39809"/>
                        <a14:foregroundMark x1="33143" y1="23885" x2="59143" y2="22611"/>
                        <a14:foregroundMark x1="66857" y1="22930" x2="32857" y2="23248"/>
                        <a14:foregroundMark x1="37143" y1="15287" x2="65429" y2="15605"/>
                        <a14:foregroundMark x1="34571" y1="19108" x2="75143" y2="20701"/>
                        <a14:foregroundMark x1="45429" y1="25796" x2="73714" y2="25478"/>
                        <a14:foregroundMark x1="23714" y1="24522" x2="45429" y2="24522"/>
                        <a14:foregroundMark x1="9143" y1="19745" x2="19714" y2="19427"/>
                        <a14:foregroundMark x1="4000" y1="7006" x2="93714" y2="16879"/>
                        <a14:foregroundMark x1="93714" y1="16879" x2="90286" y2="58599"/>
                        <a14:foregroundMark x1="87429" y1="9873" x2="22286" y2="13694"/>
                        <a14:foregroundMark x1="16286" y1="7962" x2="75429" y2="10510"/>
                        <a14:foregroundMark x1="21143" y1="6688" x2="80857" y2="9554"/>
                        <a14:foregroundMark x1="37714" y1="31529" x2="68857" y2="51592"/>
                        <a14:foregroundMark x1="55714" y1="42038" x2="79143" y2="52866"/>
                        <a14:foregroundMark x1="28286" y1="54459" x2="39714" y2="75478"/>
                        <a14:foregroundMark x1="33714" y1="67834" x2="76000" y2="63057"/>
                        <a14:foregroundMark x1="42857" y1="78662" x2="59714" y2="77070"/>
                        <a14:foregroundMark x1="50857" y1="93949" x2="85429" y2="65924"/>
                        <a14:foregroundMark x1="85429" y1="65924" x2="89143" y2="51911"/>
                        <a14:foregroundMark x1="45429" y1="88535" x2="51714" y2="88535"/>
                        <a14:foregroundMark x1="45714" y1="91401" x2="56857" y2="90764"/>
                        <a14:foregroundMark x1="65429" y1="88535" x2="80571" y2="74522"/>
                        <a14:foregroundMark x1="38000" y1="70701" x2="67143" y2="71975"/>
                        <a14:foregroundMark x1="31714" y1="63376" x2="53429" y2="57962"/>
                        <a14:foregroundMark x1="31143" y1="59236" x2="50571" y2="57325"/>
                        <a14:foregroundMark x1="30571" y1="23567" x2="42000" y2="48408"/>
                        <a14:foregroundMark x1="29429" y1="28025" x2="32571" y2="50955"/>
                        <a14:foregroundMark x1="36286" y1="36624" x2="48286" y2="50955"/>
                        <a14:foregroundMark x1="48857" y1="40764" x2="51429" y2="61783"/>
                        <a14:foregroundMark x1="59143" y1="45541" x2="62286" y2="71656"/>
                        <a14:foregroundMark x1="62286" y1="50955" x2="66571" y2="71019"/>
                        <a14:foregroundMark x1="84000" y1="15924" x2="84000" y2="29618"/>
                        <a14:foregroundMark x1="13714" y1="20701" x2="14286" y2="39172"/>
                        <a14:foregroundMark x1="12857" y1="48726" x2="22857" y2="77389"/>
                        <a14:foregroundMark x1="18286" y1="67197" x2="30571" y2="83121"/>
                        <a14:foregroundMark x1="27429" y1="75796" x2="43143" y2="87898"/>
                        <a14:backgroundMark x1="2571" y1="31529" x2="3429" y2="42675"/>
                        <a14:backgroundMark x1="68571" y1="3503" x2="95429" y2="35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174" y="1502019"/>
            <a:ext cx="240765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1E6DE972-F0FF-4FFE-8176-27C12E542ED3}"/>
              </a:ext>
            </a:extLst>
          </p:cNvPr>
          <p:cNvSpPr/>
          <p:nvPr/>
        </p:nvSpPr>
        <p:spPr>
          <a:xfrm>
            <a:off x="4919237" y="95794"/>
            <a:ext cx="2520000" cy="5400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Unternehmensleitung:</a:t>
            </a:r>
          </a:p>
          <a:p>
            <a:pPr algn="ctr"/>
            <a:endParaRPr lang="de-DE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407A75B9-5907-4090-8F04-7A2DF6FB9578}"/>
              </a:ext>
            </a:extLst>
          </p:cNvPr>
          <p:cNvSpPr/>
          <p:nvPr/>
        </p:nvSpPr>
        <p:spPr>
          <a:xfrm>
            <a:off x="7690410" y="101270"/>
            <a:ext cx="2689459" cy="5400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Assistenz der Unternehmensleitung: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91F6ACC-1E94-40D1-9B1C-2B16CE989D04}"/>
              </a:ext>
            </a:extLst>
          </p:cNvPr>
          <p:cNvSpPr/>
          <p:nvPr/>
        </p:nvSpPr>
        <p:spPr>
          <a:xfrm>
            <a:off x="7706387" y="839782"/>
            <a:ext cx="2677958" cy="72168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Personalvertretung:</a:t>
            </a:r>
          </a:p>
          <a:p>
            <a:pPr marL="171450" indent="-171450">
              <a:buFontTx/>
              <a:buChar char="-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Betriebsrat</a:t>
            </a:r>
          </a:p>
          <a:p>
            <a:pPr marL="171450" indent="-171450">
              <a:buFontTx/>
              <a:buChar char="-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Schwerbehindertenvertretung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E9F5A017-23EA-4504-99C4-72331702475C}"/>
              </a:ext>
            </a:extLst>
          </p:cNvPr>
          <p:cNvSpPr/>
          <p:nvPr/>
        </p:nvSpPr>
        <p:spPr>
          <a:xfrm>
            <a:off x="2314389" y="2204506"/>
            <a:ext cx="2520000" cy="5400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Technische Leitung:</a:t>
            </a:r>
          </a:p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DD60208C-C961-4E0E-AB5B-2449C71CC8EC}"/>
              </a:ext>
            </a:extLst>
          </p:cNvPr>
          <p:cNvSpPr/>
          <p:nvPr/>
        </p:nvSpPr>
        <p:spPr>
          <a:xfrm>
            <a:off x="7430938" y="2121270"/>
            <a:ext cx="2520000" cy="5400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Kaufmännische Leitung:</a:t>
            </a:r>
          </a:p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758FD71A-5575-4AC8-9B5F-CAE1AF4087A7}"/>
              </a:ext>
            </a:extLst>
          </p:cNvPr>
          <p:cNvSpPr/>
          <p:nvPr/>
        </p:nvSpPr>
        <p:spPr>
          <a:xfrm>
            <a:off x="10164412" y="2006488"/>
            <a:ext cx="1836000" cy="72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Ersthelferin / Ersthelfer: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03E7996C-2097-4661-AF45-2D8571D6DCA1}"/>
              </a:ext>
            </a:extLst>
          </p:cNvPr>
          <p:cNvSpPr/>
          <p:nvPr/>
        </p:nvSpPr>
        <p:spPr>
          <a:xfrm>
            <a:off x="191588" y="3094952"/>
            <a:ext cx="2160000" cy="5400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Objekt-/Bauleitung:</a:t>
            </a:r>
          </a:p>
          <a:p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AD89531E-5C84-4391-B975-B5AE5488BD8B}"/>
              </a:ext>
            </a:extLst>
          </p:cNvPr>
          <p:cNvSpPr/>
          <p:nvPr/>
        </p:nvSpPr>
        <p:spPr>
          <a:xfrm>
            <a:off x="2494389" y="3094952"/>
            <a:ext cx="2160000" cy="5400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Objekt-/Bauleitung:</a:t>
            </a:r>
          </a:p>
          <a:p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E9EF7006-2593-48BF-A28A-9AB3D0C2E46D}"/>
              </a:ext>
            </a:extLst>
          </p:cNvPr>
          <p:cNvSpPr/>
          <p:nvPr/>
        </p:nvSpPr>
        <p:spPr>
          <a:xfrm>
            <a:off x="4818061" y="3094952"/>
            <a:ext cx="2160000" cy="5400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Werkstattleitung:</a:t>
            </a:r>
          </a:p>
          <a:p>
            <a:pPr algn="ctr"/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77888813-72C9-4302-AADF-A60BD2926FA2}"/>
              </a:ext>
            </a:extLst>
          </p:cNvPr>
          <p:cNvSpPr/>
          <p:nvPr/>
        </p:nvSpPr>
        <p:spPr>
          <a:xfrm>
            <a:off x="7610938" y="3122024"/>
            <a:ext cx="2160000" cy="1245374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Abteilung Personal</a:t>
            </a:r>
          </a:p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Rechnungswesen:</a:t>
            </a:r>
          </a:p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60" name="Rechteck: abgerundete Ecken 59">
            <a:extLst>
              <a:ext uri="{FF2B5EF4-FFF2-40B4-BE49-F238E27FC236}">
                <a16:creationId xmlns:a16="http://schemas.microsoft.com/office/drawing/2014/main" id="{24AD6435-A66B-45CE-9B0F-9CE8AB71A61D}"/>
              </a:ext>
            </a:extLst>
          </p:cNvPr>
          <p:cNvSpPr/>
          <p:nvPr/>
        </p:nvSpPr>
        <p:spPr>
          <a:xfrm>
            <a:off x="10164412" y="3411513"/>
            <a:ext cx="1836000" cy="72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Brandschutzhelferin / Brandschutzhelfer: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16DDCA13-4B9F-4543-90DC-C3CBA8398603}"/>
              </a:ext>
            </a:extLst>
          </p:cNvPr>
          <p:cNvSpPr/>
          <p:nvPr/>
        </p:nvSpPr>
        <p:spPr>
          <a:xfrm>
            <a:off x="191588" y="3861627"/>
            <a:ext cx="2160000" cy="131315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Meister / Polier / … 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Vorarbeiter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Weitere Beschäftigte</a:t>
            </a:r>
          </a:p>
          <a:p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C3F9ED6E-F461-4223-9404-948479EA9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9" idx="0"/>
            <a:endCxn id="34" idx="2"/>
          </p:cNvCxnSpPr>
          <p:nvPr/>
        </p:nvCxnSpPr>
        <p:spPr>
          <a:xfrm flipV="1">
            <a:off x="1271588" y="3634952"/>
            <a:ext cx="0" cy="22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Verbinder: gewinkelt 72">
            <a:extLst>
              <a:ext uri="{FF2B5EF4-FFF2-40B4-BE49-F238E27FC236}">
                <a16:creationId xmlns:a16="http://schemas.microsoft.com/office/drawing/2014/main" id="{7E4A46FB-41EC-449A-AE89-4870B2CE7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3668710" y="2955207"/>
            <a:ext cx="2229351" cy="13974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Verbinder: gewinkelt 76">
            <a:extLst>
              <a:ext uri="{FF2B5EF4-FFF2-40B4-BE49-F238E27FC236}">
                <a16:creationId xmlns:a16="http://schemas.microsoft.com/office/drawing/2014/main" id="{00CAEA55-1DC1-4704-853E-B16481018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25" idx="2"/>
            <a:endCxn id="34" idx="0"/>
          </p:cNvCxnSpPr>
          <p:nvPr/>
        </p:nvCxnSpPr>
        <p:spPr>
          <a:xfrm rot="10800000" flipV="1">
            <a:off x="1271589" y="2955206"/>
            <a:ext cx="2228349" cy="13974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D80AB0C8-671D-4D1F-B970-2E38F9FD2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25" idx="0"/>
            <a:endCxn id="31" idx="2"/>
          </p:cNvCxnSpPr>
          <p:nvPr/>
        </p:nvCxnSpPr>
        <p:spPr>
          <a:xfrm flipV="1">
            <a:off x="3574389" y="2744506"/>
            <a:ext cx="0" cy="136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Verbinder: gewinkelt 83">
            <a:extLst>
              <a:ext uri="{FF2B5EF4-FFF2-40B4-BE49-F238E27FC236}">
                <a16:creationId xmlns:a16="http://schemas.microsoft.com/office/drawing/2014/main" id="{738E3238-A799-4E01-8318-ED022FC1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8" idx="2"/>
            <a:endCxn id="31" idx="0"/>
          </p:cNvCxnSpPr>
          <p:nvPr/>
        </p:nvCxnSpPr>
        <p:spPr>
          <a:xfrm rot="10800000" flipV="1">
            <a:off x="3574389" y="2017694"/>
            <a:ext cx="2541896" cy="18681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lussdiagramm: Zusammenführung 97">
            <a:extLst>
              <a:ext uri="{FF2B5EF4-FFF2-40B4-BE49-F238E27FC236}">
                <a16:creationId xmlns:a16="http://schemas.microsoft.com/office/drawing/2014/main" id="{29997084-230A-46DD-9C7C-0BA2A5337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6285" y="1943243"/>
            <a:ext cx="148903" cy="148903"/>
          </a:xfrm>
          <a:prstGeom prst="flowChartSummingJunction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0AE405A2-9C9D-472F-A73E-B56857722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>
            <a:off x="7439237" y="365794"/>
            <a:ext cx="251173" cy="54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C67CD5EA-E9D8-4A4C-8349-2C86FFDF3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8" idx="0"/>
            <a:endCxn id="5" idx="2"/>
          </p:cNvCxnSpPr>
          <p:nvPr/>
        </p:nvCxnSpPr>
        <p:spPr>
          <a:xfrm flipH="1" flipV="1">
            <a:off x="6179237" y="635794"/>
            <a:ext cx="11500" cy="1307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Verbinder: gewinkelt 118">
            <a:extLst>
              <a:ext uri="{FF2B5EF4-FFF2-40B4-BE49-F238E27FC236}">
                <a16:creationId xmlns:a16="http://schemas.microsoft.com/office/drawing/2014/main" id="{128AFE2A-1052-4DF5-A3BF-52F00F5AD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8" idx="6"/>
            <a:endCxn id="32" idx="0"/>
          </p:cNvCxnSpPr>
          <p:nvPr/>
        </p:nvCxnSpPr>
        <p:spPr>
          <a:xfrm>
            <a:off x="6265188" y="2017695"/>
            <a:ext cx="2425750" cy="1035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Flussdiagramm: Zusammenführung 124">
            <a:extLst>
              <a:ext uri="{FF2B5EF4-FFF2-40B4-BE49-F238E27FC236}">
                <a16:creationId xmlns:a16="http://schemas.microsoft.com/office/drawing/2014/main" id="{35DD264D-9EC6-4E80-A55B-292143EEB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9937" y="2880755"/>
            <a:ext cx="148903" cy="148903"/>
          </a:xfrm>
          <a:prstGeom prst="flowChartSummingJunction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2" name="Gerader Verbinder 131">
            <a:extLst>
              <a:ext uri="{FF2B5EF4-FFF2-40B4-BE49-F238E27FC236}">
                <a16:creationId xmlns:a16="http://schemas.microsoft.com/office/drawing/2014/main" id="{DAD54D07-ECF7-466B-8FAD-5D15FC72D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5" idx="0"/>
            <a:endCxn id="125" idx="4"/>
          </p:cNvCxnSpPr>
          <p:nvPr/>
        </p:nvCxnSpPr>
        <p:spPr>
          <a:xfrm flipV="1">
            <a:off x="3574389" y="3029658"/>
            <a:ext cx="0" cy="65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Flussdiagramm: Zusammenführung 135">
            <a:extLst>
              <a:ext uri="{FF2B5EF4-FFF2-40B4-BE49-F238E27FC236}">
                <a16:creationId xmlns:a16="http://schemas.microsoft.com/office/drawing/2014/main" id="{8CE5D827-AEBA-4C8A-A522-E4A8F345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80103" y="1071929"/>
            <a:ext cx="148903" cy="148903"/>
          </a:xfrm>
          <a:prstGeom prst="flowChartSummingJunct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C4EF4D72-FC39-45E2-B6C0-6065E7491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3"/>
            <a:endCxn id="136" idx="2"/>
          </p:cNvCxnSpPr>
          <p:nvPr/>
        </p:nvCxnSpPr>
        <p:spPr>
          <a:xfrm>
            <a:off x="2613259" y="1143769"/>
            <a:ext cx="166844" cy="2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Gerader Verbinder 152">
            <a:extLst>
              <a:ext uri="{FF2B5EF4-FFF2-40B4-BE49-F238E27FC236}">
                <a16:creationId xmlns:a16="http://schemas.microsoft.com/office/drawing/2014/main" id="{3E94F782-0D70-494D-858F-E72AD29CC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7" idx="0"/>
            <a:endCxn id="32" idx="2"/>
          </p:cNvCxnSpPr>
          <p:nvPr/>
        </p:nvCxnSpPr>
        <p:spPr>
          <a:xfrm flipV="1">
            <a:off x="8690938" y="2661270"/>
            <a:ext cx="0" cy="460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hteck: abgerundete Ecken 170">
            <a:extLst>
              <a:ext uri="{FF2B5EF4-FFF2-40B4-BE49-F238E27FC236}">
                <a16:creationId xmlns:a16="http://schemas.microsoft.com/office/drawing/2014/main" id="{D8DDD171-B354-4889-8EE9-DF3DE159F030}"/>
              </a:ext>
            </a:extLst>
          </p:cNvPr>
          <p:cNvSpPr/>
          <p:nvPr/>
        </p:nvSpPr>
        <p:spPr>
          <a:xfrm>
            <a:off x="8125497" y="5349132"/>
            <a:ext cx="2160000" cy="43117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Ordentliche Mitglieder</a:t>
            </a:r>
            <a:b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ASA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A7341E3-64F2-48A0-A5CF-1EF6BDAFA80D}"/>
              </a:ext>
            </a:extLst>
          </p:cNvPr>
          <p:cNvSpPr txBox="1"/>
          <p:nvPr/>
        </p:nvSpPr>
        <p:spPr>
          <a:xfrm>
            <a:off x="6349217" y="528804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Legende: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9503AB0-E47D-4CEA-9B4F-9A5451AFC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0712" y="5288042"/>
            <a:ext cx="5812156" cy="14620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8F7AFB8B-ED52-4595-9139-58FAF480D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338144"/>
              </p:ext>
            </p:extLst>
          </p:nvPr>
        </p:nvGraphicFramePr>
        <p:xfrm>
          <a:off x="6352868" y="5815124"/>
          <a:ext cx="5760000" cy="90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8490366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7124278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78754531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4164509194"/>
                    </a:ext>
                  </a:extLst>
                </a:gridCol>
              </a:tblGrid>
              <a:tr h="338067"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erstellt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geprüft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freigegeben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2564912"/>
                  </a:ext>
                </a:extLst>
              </a:tr>
              <a:tr h="193771"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Datum: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xx.xx.202x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xx.xx.202x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xx.xx.202x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0497981"/>
                  </a:ext>
                </a:extLst>
              </a:tr>
              <a:tr h="193771"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Name: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Mustermann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Erika Mustermann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0086975"/>
                  </a:ext>
                </a:extLst>
              </a:tr>
              <a:tr h="174391">
                <a:tc gridSpan="4"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BG BAU: 6. Auflage AMS BAU, Stand 09/2022, Handlungshilfe 03.02, überarbeitet 02-2024</a:t>
                      </a:r>
                      <a:endParaRPr lang="de-DE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37348"/>
                  </a:ext>
                </a:extLst>
              </a:tr>
            </a:tbl>
          </a:graphicData>
        </a:graphic>
      </p:graphicFrame>
      <p:pic>
        <p:nvPicPr>
          <p:cNvPr id="1031" name="Picture 7" descr="Aufkleber Ersthelfer">
            <a:extLst>
              <a:ext uri="{FF2B5EF4-FFF2-40B4-BE49-F238E27FC236}">
                <a16:creationId xmlns:a16="http://schemas.microsoft.com/office/drawing/2014/main" id="{DA3F6748-5821-48C2-91B3-DC78CA50B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00" b="97143" l="9714" r="90000">
                        <a14:foregroundMark x1="14000" y1="49143" x2="18286" y2="33714"/>
                        <a14:foregroundMark x1="18286" y1="33714" x2="32571" y2="17143"/>
                        <a14:foregroundMark x1="32571" y1="17143" x2="67714" y2="15429"/>
                        <a14:foregroundMark x1="71931" y1="19729" x2="82286" y2="30286"/>
                        <a14:foregroundMark x1="67714" y1="15429" x2="67773" y2="15489"/>
                        <a14:foregroundMark x1="82286" y1="30286" x2="84857" y2="48000"/>
                        <a14:foregroundMark x1="84857" y1="48000" x2="82286" y2="65143"/>
                        <a14:foregroundMark x1="82286" y1="65143" x2="67143" y2="84571"/>
                        <a14:foregroundMark x1="67143" y1="84571" x2="40286" y2="89714"/>
                        <a14:foregroundMark x1="40286" y1="89714" x2="20913" y2="73724"/>
                        <a14:foregroundMark x1="22146" y1="74464" x2="13143" y2="49143"/>
                        <a14:foregroundMark x1="13143" y1="49143" x2="13143" y2="48571"/>
                        <a14:foregroundMark x1="20571" y1="53143" x2="44286" y2="54857"/>
                        <a14:foregroundMark x1="44286" y1="54857" x2="50857" y2="61714"/>
                        <a14:foregroundMark x1="34000" y1="56571" x2="64000" y2="52000"/>
                        <a14:foregroundMark x1="34857" y1="44571" x2="65143" y2="42286"/>
                        <a14:foregroundMark x1="42571" y1="42286" x2="59714" y2="49143"/>
                        <a14:foregroundMark x1="35143" y1="32000" x2="69143" y2="29143"/>
                        <a14:foregroundMark x1="25714" y1="29143" x2="52000" y2="25143"/>
                        <a14:foregroundMark x1="52000" y1="25143" x2="52571" y2="25143"/>
                        <a14:foregroundMark x1="24000" y1="64571" x2="50857" y2="77714"/>
                        <a14:foregroundMark x1="47143" y1="75429" x2="72857" y2="78286"/>
                        <a14:foregroundMark x1="48286" y1="72000" x2="65429" y2="72000"/>
                        <a14:foregroundMark x1="65143" y1="68000" x2="82286" y2="66286"/>
                        <a14:foregroundMark x1="65143" y1="47429" x2="81714" y2="52571"/>
                        <a14:foregroundMark x1="66000" y1="29714" x2="76000" y2="43429"/>
                        <a14:foregroundMark x1="76000" y1="43429" x2="77714" y2="48000"/>
                        <a14:foregroundMark x1="75887" y1="14872" x2="78571" y2="17143"/>
                        <a14:foregroundMark x1="78571" y1="17143" x2="84571" y2="27429"/>
                        <a14:foregroundMark x1="84571" y1="27429" x2="89429" y2="49714"/>
                        <a14:foregroundMark x1="87714" y1="47429" x2="88286" y2="48000"/>
                        <a14:foregroundMark x1="88571" y1="48000" x2="87429" y2="63429"/>
                        <a14:foregroundMark x1="87429" y1="63429" x2="78857" y2="78857"/>
                        <a14:foregroundMark x1="52918" y1="96123" x2="61406" y2="92965"/>
                        <a14:foregroundMark x1="77165" y1="85867" x2="77663" y2="84981"/>
                        <a14:foregroundMark x1="53143" y1="95429" x2="61200" y2="93663"/>
                        <a14:foregroundMark x1="32670" y1="91582" x2="39241" y2="95207"/>
                        <a14:foregroundMark x1="19143" y1="54857" x2="24857" y2="38286"/>
                        <a14:foregroundMark x1="24857" y1="38286" x2="29143" y2="32000"/>
                        <a14:foregroundMark x1="11143" y1="52571" x2="12902" y2="36489"/>
                        <a14:foregroundMark x1="17172" y1="26595" x2="19429" y2="22286"/>
                        <a14:foregroundMark x1="19429" y1="22286" x2="49714" y2="8571"/>
                        <a14:foregroundMark x1="69879" y1="10171" x2="52571" y2="4571"/>
                        <a14:foregroundMark x1="52571" y1="4571" x2="35143" y2="7429"/>
                        <a14:foregroundMark x1="35143" y1="7429" x2="18000" y2="25143"/>
                        <a14:foregroundMark x1="32857" y1="8000" x2="18857" y2="24000"/>
                        <a14:foregroundMark x1="18857" y1="24000" x2="16968" y2="27556"/>
                        <a14:foregroundMark x1="10013" y1="42066" x2="10000" y2="41714"/>
                        <a14:foregroundMark x1="10518" y1="56238" x2="10134" y2="45481"/>
                        <a14:foregroundMark x1="10000" y1="41714" x2="10180" y2="41186"/>
                        <a14:foregroundMark x1="17520" y1="24953" x2="35143" y2="8571"/>
                        <a14:foregroundMark x1="18028" y1="22563" x2="31714" y2="9714"/>
                        <a14:foregroundMark x1="25143" y1="15429" x2="33714" y2="8571"/>
                        <a14:foregroundMark x1="33714" y1="8571" x2="49143" y2="4571"/>
                        <a14:foregroundMark x1="38000" y1="5714" x2="46000" y2="5143"/>
                        <a14:foregroundMark x1="46000" y1="5143" x2="50286" y2="5143"/>
                        <a14:foregroundMark x1="43143" y1="4000" x2="50286" y2="4000"/>
                        <a14:foregroundMark x1="56571" y1="5143" x2="70056" y2="9723"/>
                        <a14:foregroundMark x1="82571" y1="23429" x2="88000" y2="38857"/>
                        <a14:foregroundMark x1="88000" y1="38857" x2="89714" y2="55429"/>
                        <a14:foregroundMark x1="89714" y1="55429" x2="86286" y2="70286"/>
                        <a14:foregroundMark x1="86286" y1="70286" x2="77429" y2="82857"/>
                        <a14:foregroundMark x1="12246" y1="64617" x2="17588" y2="77971"/>
                        <a14:backgroundMark x1="17714" y1="84000" x2="30000" y2="99429"/>
                        <a14:backgroundMark x1="38000" y1="98857" x2="40857" y2="99429"/>
                        <a14:backgroundMark x1="60000" y1="97714" x2="76857" y2="93714"/>
                        <a14:backgroundMark x1="76857" y1="93714" x2="78000" y2="93714"/>
                        <a14:backgroundMark x1="77143" y1="86857" x2="77714" y2="86857"/>
                        <a14:backgroundMark x1="86571" y1="70857" x2="87714" y2="70857"/>
                        <a14:backgroundMark x1="41429" y1="97143" x2="52000" y2="98857"/>
                        <a14:backgroundMark x1="10000" y1="56571" x2="11429" y2="65143"/>
                        <a14:backgroundMark x1="16571" y1="80571" x2="19429" y2="82286"/>
                        <a14:backgroundMark x1="9429" y1="45143" x2="13714" y2="29714"/>
                        <a14:backgroundMark x1="13714" y1="29714" x2="18571" y2="20000"/>
                        <a14:backgroundMark x1="70286" y1="9143" x2="76571" y2="13143"/>
                        <a14:backgroundMark x1="78000" y1="85143" x2="77714" y2="85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98" y="2076473"/>
            <a:ext cx="432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B049BC85-878A-4A42-A0DE-79DAE292E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5954" y="920636"/>
            <a:ext cx="215231" cy="216000"/>
          </a:xfrm>
          <a:prstGeom prst="rect">
            <a:avLst/>
          </a:prstGeom>
        </p:spPr>
      </p:pic>
      <p:cxnSp>
        <p:nvCxnSpPr>
          <p:cNvPr id="69" name="Verbinder: gewinkelt 68">
            <a:extLst>
              <a:ext uri="{FF2B5EF4-FFF2-40B4-BE49-F238E27FC236}">
                <a16:creationId xmlns:a16="http://schemas.microsoft.com/office/drawing/2014/main" id="{A77E5BA5-7346-48B7-BE47-2A7614B58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6" idx="3"/>
            <a:endCxn id="136" idx="0"/>
          </p:cNvCxnSpPr>
          <p:nvPr/>
        </p:nvCxnSpPr>
        <p:spPr>
          <a:xfrm>
            <a:off x="2613259" y="553644"/>
            <a:ext cx="241296" cy="518285"/>
          </a:xfrm>
          <a:prstGeom prst="bentConnector2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C1A066A5-1CF4-4016-99B0-F82686DC3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36" idx="6"/>
            <a:endCxn id="5" idx="1"/>
          </p:cNvCxnSpPr>
          <p:nvPr/>
        </p:nvCxnSpPr>
        <p:spPr>
          <a:xfrm flipV="1">
            <a:off x="2929006" y="365794"/>
            <a:ext cx="1990231" cy="780587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ABFDBF11-B4A2-4022-8B1A-18FE28B5BD73}"/>
              </a:ext>
            </a:extLst>
          </p:cNvPr>
          <p:cNvSpPr txBox="1"/>
          <p:nvPr/>
        </p:nvSpPr>
        <p:spPr>
          <a:xfrm>
            <a:off x="2854554" y="1185609"/>
            <a:ext cx="2071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Stabsverantwortung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ACCED89-96B2-4574-A922-098F9D9A4454}"/>
              </a:ext>
            </a:extLst>
          </p:cNvPr>
          <p:cNvSpPr txBox="1"/>
          <p:nvPr/>
        </p:nvSpPr>
        <p:spPr>
          <a:xfrm>
            <a:off x="4776747" y="1673917"/>
            <a:ext cx="20640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Linienverantwortung</a:t>
            </a:r>
          </a:p>
        </p:txBody>
      </p: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1328F27F-B72B-1269-7F7B-6EB32C442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8" idx="1"/>
          </p:cNvCxnSpPr>
          <p:nvPr/>
        </p:nvCxnSpPr>
        <p:spPr>
          <a:xfrm rot="16200000" flipH="1">
            <a:off x="7092298" y="586537"/>
            <a:ext cx="677280" cy="550898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BAB80B41-D7F2-8D14-F836-7CCBEE5FB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0" idx="2"/>
          </p:cNvCxnSpPr>
          <p:nvPr/>
        </p:nvCxnSpPr>
        <p:spPr>
          <a:xfrm>
            <a:off x="3581185" y="5021557"/>
            <a:ext cx="0" cy="1573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D03EBC56-4058-4CDF-B646-CDDD312D603E}"/>
              </a:ext>
            </a:extLst>
          </p:cNvPr>
          <p:cNvSpPr/>
          <p:nvPr/>
        </p:nvSpPr>
        <p:spPr>
          <a:xfrm>
            <a:off x="2501185" y="3865758"/>
            <a:ext cx="2160000" cy="131315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Meister / Polier / … 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Vorarbeiter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Weitere Beschäftigte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52EA814F-4073-74D6-700B-75D61494E80D}"/>
              </a:ext>
            </a:extLst>
          </p:cNvPr>
          <p:cNvSpPr/>
          <p:nvPr/>
        </p:nvSpPr>
        <p:spPr>
          <a:xfrm>
            <a:off x="4808536" y="3844367"/>
            <a:ext cx="2160000" cy="1330417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Weitere Beschäftigte:</a:t>
            </a:r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C5CECD10-D8D5-7A8A-A8E4-3E4CFDACE916}"/>
              </a:ext>
            </a:extLst>
          </p:cNvPr>
          <p:cNvSpPr/>
          <p:nvPr/>
        </p:nvSpPr>
        <p:spPr>
          <a:xfrm>
            <a:off x="2630311" y="4609129"/>
            <a:ext cx="1834085" cy="46714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Sicherheitsbeauftragte: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845894FB-C24F-4190-B89A-C466C589F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977" b="92442" l="2286" r="95143">
                        <a14:foregroundMark x1="8000" y1="45930" x2="82000" y2="19767"/>
                        <a14:foregroundMark x1="16286" y1="23837" x2="47143" y2="23256"/>
                        <a14:foregroundMark x1="47143" y1="23256" x2="77714" y2="23256"/>
                        <a14:foregroundMark x1="9143" y1="27907" x2="34286" y2="9302"/>
                        <a14:foregroundMark x1="34286" y1="9302" x2="66000" y2="12791"/>
                        <a14:foregroundMark x1="66000" y1="12791" x2="89143" y2="41279"/>
                        <a14:foregroundMark x1="89143" y1="41279" x2="75429" y2="89535"/>
                        <a14:foregroundMark x1="75429" y1="89535" x2="44571" y2="93023"/>
                        <a14:foregroundMark x1="44571" y1="93023" x2="15714" y2="80233"/>
                        <a14:foregroundMark x1="15714" y1="80233" x2="8000" y2="29070"/>
                        <a14:foregroundMark x1="15714" y1="46512" x2="49429" y2="44767"/>
                        <a14:foregroundMark x1="49429" y1="44767" x2="85429" y2="44767"/>
                        <a14:foregroundMark x1="23143" y1="50000" x2="82857" y2="51163"/>
                        <a14:foregroundMark x1="28000" y1="55814" x2="70000" y2="61047"/>
                        <a14:foregroundMark x1="45143" y1="83140" x2="68571" y2="81977"/>
                        <a14:foregroundMark x1="30286" y1="95930" x2="5429" y2="72674"/>
                        <a14:foregroundMark x1="5429" y1="72674" x2="10571" y2="16860"/>
                        <a14:foregroundMark x1="10571" y1="16860" x2="32857" y2="7558"/>
                        <a14:foregroundMark x1="8857" y1="32558" x2="2571" y2="58721"/>
                        <a14:foregroundMark x1="65143" y1="5233" x2="90857" y2="22093"/>
                        <a14:foregroundMark x1="90857" y1="22093" x2="92000" y2="77326"/>
                        <a14:foregroundMark x1="92000" y1="77326" x2="74286" y2="91860"/>
                        <a14:foregroundMark x1="92571" y1="23256" x2="95143" y2="703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563" y="4883953"/>
            <a:ext cx="290789" cy="15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06E3475F-A401-5227-32CE-E01862841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566062" y="3634949"/>
            <a:ext cx="0" cy="22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9280728-E52C-A403-B74D-33678E2E3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894402" y="3634947"/>
            <a:ext cx="0" cy="22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623AC24B-A566-0380-75BF-2BFCF9D78EA7}"/>
              </a:ext>
            </a:extLst>
          </p:cNvPr>
          <p:cNvSpPr/>
          <p:nvPr/>
        </p:nvSpPr>
        <p:spPr>
          <a:xfrm>
            <a:off x="353235" y="4609129"/>
            <a:ext cx="1834085" cy="46714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Sicherheitsbeauftragte:</a:t>
            </a:r>
          </a:p>
        </p:txBody>
      </p:sp>
      <p:pic>
        <p:nvPicPr>
          <p:cNvPr id="46" name="Picture 3">
            <a:extLst>
              <a:ext uri="{FF2B5EF4-FFF2-40B4-BE49-F238E27FC236}">
                <a16:creationId xmlns:a16="http://schemas.microsoft.com/office/drawing/2014/main" id="{1EA2330F-54B9-2C59-4B30-CFB5A48A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977" b="92442" l="2286" r="95143">
                        <a14:foregroundMark x1="8000" y1="45930" x2="82000" y2="19767"/>
                        <a14:foregroundMark x1="16286" y1="23837" x2="47143" y2="23256"/>
                        <a14:foregroundMark x1="47143" y1="23256" x2="77714" y2="23256"/>
                        <a14:foregroundMark x1="9143" y1="27907" x2="34286" y2="9302"/>
                        <a14:foregroundMark x1="34286" y1="9302" x2="66000" y2="12791"/>
                        <a14:foregroundMark x1="66000" y1="12791" x2="89143" y2="41279"/>
                        <a14:foregroundMark x1="89143" y1="41279" x2="75429" y2="89535"/>
                        <a14:foregroundMark x1="75429" y1="89535" x2="44571" y2="93023"/>
                        <a14:foregroundMark x1="44571" y1="93023" x2="15714" y2="80233"/>
                        <a14:foregroundMark x1="15714" y1="80233" x2="8000" y2="29070"/>
                        <a14:foregroundMark x1="15714" y1="46512" x2="49429" y2="44767"/>
                        <a14:foregroundMark x1="49429" y1="44767" x2="85429" y2="44767"/>
                        <a14:foregroundMark x1="23143" y1="50000" x2="82857" y2="51163"/>
                        <a14:foregroundMark x1="28000" y1="55814" x2="70000" y2="61047"/>
                        <a14:foregroundMark x1="45143" y1="83140" x2="68571" y2="81977"/>
                        <a14:foregroundMark x1="30286" y1="95930" x2="5429" y2="72674"/>
                        <a14:foregroundMark x1="5429" y1="72674" x2="10571" y2="16860"/>
                        <a14:foregroundMark x1="10571" y1="16860" x2="32857" y2="7558"/>
                        <a14:foregroundMark x1="8857" y1="32558" x2="2571" y2="58721"/>
                        <a14:foregroundMark x1="65143" y1="5233" x2="90857" y2="22093"/>
                        <a14:foregroundMark x1="90857" y1="22093" x2="92000" y2="77326"/>
                        <a14:foregroundMark x1="92000" y1="77326" x2="74286" y2="91860"/>
                        <a14:foregroundMark x1="92571" y1="23256" x2="95143" y2="703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487" y="4883953"/>
            <a:ext cx="290789" cy="15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0B291CB7-FAE7-F6DE-295C-EF3729BF09F9}"/>
              </a:ext>
            </a:extLst>
          </p:cNvPr>
          <p:cNvSpPr/>
          <p:nvPr/>
        </p:nvSpPr>
        <p:spPr>
          <a:xfrm>
            <a:off x="4981018" y="4611401"/>
            <a:ext cx="1834085" cy="46714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Sicherheitsbeauftragte:</a:t>
            </a:r>
          </a:p>
        </p:txBody>
      </p:sp>
      <p:pic>
        <p:nvPicPr>
          <p:cNvPr id="48" name="Picture 3">
            <a:extLst>
              <a:ext uri="{FF2B5EF4-FFF2-40B4-BE49-F238E27FC236}">
                <a16:creationId xmlns:a16="http://schemas.microsoft.com/office/drawing/2014/main" id="{7CB68E82-AE55-B4B9-5B59-5F1B8B2BD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977" b="92442" l="2286" r="95143">
                        <a14:foregroundMark x1="8000" y1="45930" x2="82000" y2="19767"/>
                        <a14:foregroundMark x1="16286" y1="23837" x2="47143" y2="23256"/>
                        <a14:foregroundMark x1="47143" y1="23256" x2="77714" y2="23256"/>
                        <a14:foregroundMark x1="9143" y1="27907" x2="34286" y2="9302"/>
                        <a14:foregroundMark x1="34286" y1="9302" x2="66000" y2="12791"/>
                        <a14:foregroundMark x1="66000" y1="12791" x2="89143" y2="41279"/>
                        <a14:foregroundMark x1="89143" y1="41279" x2="75429" y2="89535"/>
                        <a14:foregroundMark x1="75429" y1="89535" x2="44571" y2="93023"/>
                        <a14:foregroundMark x1="44571" y1="93023" x2="15714" y2="80233"/>
                        <a14:foregroundMark x1="15714" y1="80233" x2="8000" y2="29070"/>
                        <a14:foregroundMark x1="15714" y1="46512" x2="49429" y2="44767"/>
                        <a14:foregroundMark x1="49429" y1="44767" x2="85429" y2="44767"/>
                        <a14:foregroundMark x1="23143" y1="50000" x2="82857" y2="51163"/>
                        <a14:foregroundMark x1="28000" y1="55814" x2="70000" y2="61047"/>
                        <a14:foregroundMark x1="45143" y1="83140" x2="68571" y2="81977"/>
                        <a14:foregroundMark x1="30286" y1="95930" x2="5429" y2="72674"/>
                        <a14:foregroundMark x1="5429" y1="72674" x2="10571" y2="16860"/>
                        <a14:foregroundMark x1="10571" y1="16860" x2="32857" y2="7558"/>
                        <a14:foregroundMark x1="8857" y1="32558" x2="2571" y2="58721"/>
                        <a14:foregroundMark x1="65143" y1="5233" x2="90857" y2="22093"/>
                        <a14:foregroundMark x1="90857" y1="22093" x2="92000" y2="77326"/>
                        <a14:foregroundMark x1="92000" y1="77326" x2="74286" y2="91860"/>
                        <a14:foregroundMark x1="92571" y1="23256" x2="95143" y2="703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270" y="4894542"/>
            <a:ext cx="290789" cy="15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922931E8-BDDC-B9DA-4FFA-B08CC1C68B19}"/>
              </a:ext>
            </a:extLst>
          </p:cNvPr>
          <p:cNvSpPr/>
          <p:nvPr/>
        </p:nvSpPr>
        <p:spPr>
          <a:xfrm>
            <a:off x="7768028" y="3806202"/>
            <a:ext cx="1834085" cy="46714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Sicherheitsbeauftragte:</a:t>
            </a:r>
          </a:p>
        </p:txBody>
      </p:sp>
      <p:pic>
        <p:nvPicPr>
          <p:cNvPr id="51" name="Picture 3">
            <a:extLst>
              <a:ext uri="{FF2B5EF4-FFF2-40B4-BE49-F238E27FC236}">
                <a16:creationId xmlns:a16="http://schemas.microsoft.com/office/drawing/2014/main" id="{C09B49FD-5CEC-916B-1631-D80B714E5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977" b="92442" l="2286" r="95143">
                        <a14:foregroundMark x1="8000" y1="45930" x2="82000" y2="19767"/>
                        <a14:foregroundMark x1="16286" y1="23837" x2="47143" y2="23256"/>
                        <a14:foregroundMark x1="47143" y1="23256" x2="77714" y2="23256"/>
                        <a14:foregroundMark x1="9143" y1="27907" x2="34286" y2="9302"/>
                        <a14:foregroundMark x1="34286" y1="9302" x2="66000" y2="12791"/>
                        <a14:foregroundMark x1="66000" y1="12791" x2="89143" y2="41279"/>
                        <a14:foregroundMark x1="89143" y1="41279" x2="75429" y2="89535"/>
                        <a14:foregroundMark x1="75429" y1="89535" x2="44571" y2="93023"/>
                        <a14:foregroundMark x1="44571" y1="93023" x2="15714" y2="80233"/>
                        <a14:foregroundMark x1="15714" y1="80233" x2="8000" y2="29070"/>
                        <a14:foregroundMark x1="15714" y1="46512" x2="49429" y2="44767"/>
                        <a14:foregroundMark x1="49429" y1="44767" x2="85429" y2="44767"/>
                        <a14:foregroundMark x1="23143" y1="50000" x2="82857" y2="51163"/>
                        <a14:foregroundMark x1="28000" y1="55814" x2="70000" y2="61047"/>
                        <a14:foregroundMark x1="45143" y1="83140" x2="68571" y2="81977"/>
                        <a14:foregroundMark x1="30286" y1="95930" x2="5429" y2="72674"/>
                        <a14:foregroundMark x1="5429" y1="72674" x2="10571" y2="16860"/>
                        <a14:foregroundMark x1="10571" y1="16860" x2="32857" y2="7558"/>
                        <a14:foregroundMark x1="8857" y1="32558" x2="2571" y2="58721"/>
                        <a14:foregroundMark x1="65143" y1="5233" x2="90857" y2="22093"/>
                        <a14:foregroundMark x1="90857" y1="22093" x2="92000" y2="77326"/>
                        <a14:foregroundMark x1="92000" y1="77326" x2="74286" y2="91860"/>
                        <a14:foregroundMark x1="92571" y1="23256" x2="95143" y2="703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280" y="4081026"/>
            <a:ext cx="290789" cy="15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623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Breitbild</PresentationFormat>
  <Paragraphs>46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2025-03-28T08:31:10Z</dcterms:created>
  <dcterms:modified xsi:type="dcterms:W3CDTF">2025-03-31T08:36:41Z</dcterms:modified>
</cp:coreProperties>
</file>